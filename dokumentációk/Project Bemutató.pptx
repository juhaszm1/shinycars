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4267a82ba2c16d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44267a82ba2c16d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4267a82ba2c16d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4267a82ba2c16d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4267a82ba2c16d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4267a82ba2c16d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4267a82ba2c16d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44267a82ba2c16d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4267a82ba2c16d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4267a82ba2c16d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Project Bemutató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35"/>
            <a:ext cx="82221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Juhász Márk</a:t>
            </a:r>
            <a:br>
              <a:rPr lang="hu"/>
            </a:br>
            <a:r>
              <a:rPr lang="hu"/>
              <a:t>Székely Dávid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Ötlet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12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Maga az ötlet az autókozmetika volt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Ez egy hasznos és érdekes </a:t>
            </a:r>
            <a:r>
              <a:rPr lang="hu"/>
              <a:t>téma tele érdekességekkel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hu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Maga a project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Project egy webshop és egy fórum részből fog felállni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Az oldalon hasznos és érdekes tanácsokkal lehet tájékozódni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a fórum részen pedig a vásárlók tudnak egymástól kérdezni információkat megosztani vagy pedig akik nem annyira magabiztosak segítséget tudnak kérni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Felépítése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Webshop rész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Fórum rész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Admin felület ahol az eladott rendelések állapotát lehet figyelni és a havi bevételt lehet látni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Technológiák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MySQL az adatbázis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Frontend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Backend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React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GitHub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Drótváz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8" title="Képernyőkép 2026-10-21 200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750" y="1017800"/>
            <a:ext cx="3517059" cy="39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Képernyőkép 2026-10-21 2053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425" y="1017800"/>
            <a:ext cx="3798638" cy="39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865900" y="556100"/>
            <a:ext cx="498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Main oldal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5689025" y="556100"/>
            <a:ext cx="27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Webshop oldal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